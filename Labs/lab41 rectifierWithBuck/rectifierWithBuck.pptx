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2" r:id="rId2"/>
    <p:sldId id="538" r:id="rId3"/>
    <p:sldId id="557" r:id="rId4"/>
    <p:sldId id="627" r:id="rId5"/>
    <p:sldId id="622" r:id="rId6"/>
    <p:sldId id="626" r:id="rId7"/>
    <p:sldId id="624" r:id="rId8"/>
    <p:sldId id="628" r:id="rId9"/>
    <p:sldId id="629" r:id="rId10"/>
    <p:sldId id="630" r:id="rId11"/>
    <p:sldId id="62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177" autoAdjust="0"/>
  </p:normalViewPr>
  <p:slideViewPr>
    <p:cSldViewPr snapToGrid="0" snapToObjects="1">
      <p:cViewPr varScale="1">
        <p:scale>
          <a:sx n="75" d="100"/>
          <a:sy n="75" d="100"/>
        </p:scale>
        <p:origin x="11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051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42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51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F1710-A4F4-AF04-397B-80B7800B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3CF0F-D220-90D5-A8CD-734A188B7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83F8F-958A-6C78-E4FD-2D0FDEA27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C1768B-AE48-4E72-4470-78121B58C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34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 fontScale="90000"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Full Bridge Rectifier with Buck Converter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Study the theory, simulation and implementation of a full-bridge rectifier and a switch mode DC-to-DC converter.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Conversion PCB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Bridge Rectifier – Converts 17VAC into 17VDC</a:t>
            </a:r>
          </a:p>
          <a:p>
            <a:r>
              <a:rPr lang="en-US" dirty="0"/>
              <a:t>Buck Converter – Steps 17VDC down using PWM duty cycle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2E87C4-D06A-0CAF-C0AB-AFA544501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256" y="2778078"/>
            <a:ext cx="7618506" cy="339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Bridge Rectifier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AC input </a:t>
            </a:r>
            <a:r>
              <a:rPr lang="en-US" b="1" dirty="0"/>
              <a:t>Vac+/Vac-</a:t>
            </a:r>
            <a:r>
              <a:rPr lang="en-US" dirty="0"/>
              <a:t>		DC output </a:t>
            </a:r>
            <a:r>
              <a:rPr lang="en-US" b="1" dirty="0" err="1"/>
              <a:t>Vrec</a:t>
            </a:r>
            <a:r>
              <a:rPr lang="en-US" b="1" dirty="0"/>
              <a:t>+/GND</a:t>
            </a:r>
          </a:p>
          <a:p>
            <a:r>
              <a:rPr lang="en-US" dirty="0"/>
              <a:t>Diodes “correct” negative voltages, making them positive</a:t>
            </a:r>
          </a:p>
          <a:p>
            <a:r>
              <a:rPr lang="en-US" dirty="0"/>
              <a:t>Capacitor stores charges for when AC voltage dips low</a:t>
            </a:r>
          </a:p>
          <a:p>
            <a:r>
              <a:rPr lang="en-US" dirty="0"/>
              <a:t>Adjustable load S1</a:t>
            </a:r>
          </a:p>
          <a:p>
            <a:r>
              <a:rPr lang="en-US" dirty="0"/>
              <a:t>Probe points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8F36FF-0B1D-54C7-9C9A-7250F870F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4382" y="3429000"/>
            <a:ext cx="6209646" cy="253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6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Bridge Rectifier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Input: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Small resistor +</a:t>
            </a:r>
          </a:p>
          <a:p>
            <a:pPr marL="0" indent="0">
              <a:buNone/>
            </a:pPr>
            <a:r>
              <a:rPr lang="en-US" dirty="0"/>
              <a:t>Smaller capacitor = </a:t>
            </a:r>
          </a:p>
          <a:p>
            <a:pPr marL="0" indent="0">
              <a:buNone/>
            </a:pPr>
            <a:r>
              <a:rPr lang="en-US" dirty="0"/>
              <a:t>Larger ripple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0E62F-3A8A-4013-A7AF-D04D35FC25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4052" y="1465265"/>
            <a:ext cx="3507740" cy="1828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D83F16-3539-4540-9498-0DAFFBBFDFF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207" y="3429000"/>
            <a:ext cx="379158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4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Mains Step-down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KS21239L4 Transformer</a:t>
            </a:r>
          </a:p>
          <a:p>
            <a:r>
              <a:rPr lang="en-US" dirty="0"/>
              <a:t>Input 	120VAC 3-prong plug</a:t>
            </a:r>
          </a:p>
          <a:p>
            <a:r>
              <a:rPr lang="en-US" dirty="0"/>
              <a:t>Output 	4 screw-terminals</a:t>
            </a:r>
          </a:p>
          <a:p>
            <a:r>
              <a:rPr lang="en-US" dirty="0"/>
              <a:t>Voltage measured RMS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709E5-A7AE-F1AC-CEA5-A6D35B34DF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658" y="4093813"/>
            <a:ext cx="2612578" cy="2043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703623-B2F6-B1C1-CB0D-0C8AAE8FA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7742" y="1825626"/>
            <a:ext cx="4842600" cy="398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Bridge Rectifier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Implementation</a:t>
            </a:r>
          </a:p>
          <a:p>
            <a:pPr lvl="1"/>
            <a:r>
              <a:rPr lang="en-US" dirty="0"/>
              <a:t>VAC from transformer</a:t>
            </a:r>
          </a:p>
          <a:p>
            <a:pPr lvl="1"/>
            <a:r>
              <a:rPr lang="en-US" dirty="0"/>
              <a:t>Oscilloscope to </a:t>
            </a:r>
            <a:r>
              <a:rPr lang="en-US" dirty="0" err="1"/>
              <a:t>Vrec</a:t>
            </a:r>
            <a:r>
              <a:rPr lang="en-US" dirty="0"/>
              <a:t>+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7C266D-71BC-FF9B-7DDE-579232E5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90" y="1590891"/>
            <a:ext cx="5713476" cy="4301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CBFFA3-BE0D-AFAC-5E02-D4C3D59CD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269835" y="3200400"/>
            <a:ext cx="3382246" cy="269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208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37E60-BCDC-F742-6C48-F63FFA74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 Converter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5F190-39F0-9C35-58AF-96F8CE5B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915" y="3917357"/>
            <a:ext cx="4043415" cy="2160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19CED6-5810-FDFA-F90D-FE4892E16C5B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5573233" cy="2366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V_REC+ from Bridge Rectifier</a:t>
            </a:r>
          </a:p>
          <a:p>
            <a:r>
              <a:rPr lang="en-US" dirty="0"/>
              <a:t>PWM duty cycle</a:t>
            </a:r>
          </a:p>
          <a:p>
            <a:r>
              <a:rPr lang="en-US" dirty="0"/>
              <a:t>V_BUCK is step down output</a:t>
            </a:r>
          </a:p>
        </p:txBody>
      </p:sp>
      <p:pic>
        <p:nvPicPr>
          <p:cNvPr id="14" name="Content Placeholder 4">
            <a:extLst>
              <a:ext uri="{FF2B5EF4-FFF2-40B4-BE49-F238E27FC236}">
                <a16:creationId xmlns:a16="http://schemas.microsoft.com/office/drawing/2014/main" id="{27A765C5-F098-DDEC-0C44-2DDF5E62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83" y="3917357"/>
            <a:ext cx="4043414" cy="2160000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4CA9FD-0683-5B6B-938C-E54DB7C792EB}"/>
              </a:ext>
            </a:extLst>
          </p:cNvPr>
          <p:cNvSpPr txBox="1">
            <a:spLocks/>
          </p:cNvSpPr>
          <p:nvPr/>
        </p:nvSpPr>
        <p:spPr>
          <a:xfrm>
            <a:off x="6618767" y="1825992"/>
            <a:ext cx="5573233" cy="2366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MOSFET Q2/Q3 are switches</a:t>
            </a:r>
          </a:p>
          <a:p>
            <a:r>
              <a:rPr lang="en-US" dirty="0"/>
              <a:t>Q2 Enables PWM to switch Q3</a:t>
            </a:r>
          </a:p>
          <a:p>
            <a:r>
              <a:rPr lang="en-US" dirty="0"/>
              <a:t>Q3 Closed charges L1/C2</a:t>
            </a:r>
          </a:p>
          <a:p>
            <a:r>
              <a:rPr lang="en-US" dirty="0"/>
              <a:t>Q3 Open discharges L1/C2</a:t>
            </a:r>
          </a:p>
        </p:txBody>
      </p:sp>
    </p:spTree>
    <p:extLst>
      <p:ext uri="{BB962C8B-B14F-4D97-AF65-F5344CB8AC3E}">
        <p14:creationId xmlns:p14="http://schemas.microsoft.com/office/powerpoint/2010/main" val="332084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0FD6C-BE45-454A-E158-E3026FEE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DAA4-652E-A521-F3E0-D2B6C6108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 Converter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A70783-4B10-CC83-6C3B-05DBA17FB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848" y="1233490"/>
            <a:ext cx="6571152" cy="3137713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E5ABD1-649C-AD6B-B05D-D581A746C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Simulation</a:t>
            </a:r>
          </a:p>
          <a:p>
            <a:r>
              <a:rPr lang="en-US" dirty="0"/>
              <a:t>Adjust duty cycle and load</a:t>
            </a:r>
          </a:p>
          <a:p>
            <a:r>
              <a:rPr lang="en-US" dirty="0"/>
              <a:t>Record </a:t>
            </a:r>
            <a:r>
              <a:rPr lang="en-US" dirty="0" err="1"/>
              <a:t>Vout</a:t>
            </a:r>
            <a:r>
              <a:rPr lang="en-US" dirty="0"/>
              <a:t> DC (average)</a:t>
            </a:r>
          </a:p>
          <a:p>
            <a:r>
              <a:rPr lang="en-US" dirty="0"/>
              <a:t>Record </a:t>
            </a:r>
            <a:r>
              <a:rPr lang="en-US" dirty="0" err="1"/>
              <a:t>Vout</a:t>
            </a:r>
            <a:r>
              <a:rPr lang="en-US" dirty="0"/>
              <a:t> ripple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3501C-0619-551B-2186-4E0991DFC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69688"/>
            <a:ext cx="4371753" cy="15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84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BE61-DA74-A2BB-73E0-748D27833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993D-141F-AABC-2111-6C773FDF6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Buck Converter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07674F-157C-78A5-E012-5458B98B6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Implementation</a:t>
            </a:r>
          </a:p>
          <a:p>
            <a:r>
              <a:rPr lang="en-US" dirty="0"/>
              <a:t>Adjust duty cycle and load</a:t>
            </a:r>
          </a:p>
          <a:p>
            <a:r>
              <a:rPr lang="en-US" dirty="0"/>
              <a:t>Record </a:t>
            </a:r>
            <a:r>
              <a:rPr lang="en-US" dirty="0" err="1"/>
              <a:t>Vout</a:t>
            </a:r>
            <a:r>
              <a:rPr lang="en-US" dirty="0"/>
              <a:t> DC (average)</a:t>
            </a:r>
          </a:p>
          <a:p>
            <a:r>
              <a:rPr lang="en-US" dirty="0"/>
              <a:t>Record </a:t>
            </a:r>
            <a:r>
              <a:rPr lang="en-US" dirty="0" err="1"/>
              <a:t>Vout</a:t>
            </a:r>
            <a:r>
              <a:rPr lang="en-US" dirty="0"/>
              <a:t> ripple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C3B504-C2B3-85B8-A412-89DDB13A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32" y="1367492"/>
            <a:ext cx="5950549" cy="4480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28CE62-2D1F-E63D-CDD2-F92F46E62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69688"/>
            <a:ext cx="4371753" cy="152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749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800" dirty="0"/>
              <a:t>Make a record of your response to numbered items below </a:t>
            </a:r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Full Bridge Rectifier Theory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Steps 1 – 8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Full Bridge Rectifier Simulation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Table 1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Full Bridge Rectifier I</a:t>
            </a:r>
            <a:r>
              <a:rPr lang="en-US" altLang="en-US" dirty="0" bmk="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mplementation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Steps 1-7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Table 1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Oscilloscope trace with 100Ω and 470Ω load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Buck Converter Theory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PWM High Steps 1-5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PWM Low Steps 1-4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Buck Converter Simulation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Steps 1-6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Table 3			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Buck Converter Implementation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Steps 1-4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	Complete Table 4</a:t>
            </a:r>
            <a:endParaRPr lang="en-US" altLang="en-US" sz="1600" dirty="0"/>
          </a:p>
          <a:p>
            <a:pPr marL="0" lvl="0" indent="460375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a typeface="Cambria" panose="02040503050406030204" pitchFamily="18" charset="0"/>
                <a:cs typeface="Cambria" panose="02040503050406030204" pitchFamily="18" charset="0"/>
              </a:rPr>
              <a:t>Relationships 1-4</a:t>
            </a:r>
            <a:endParaRPr lang="en-US" altLang="en-US" sz="4400" dirty="0"/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3317</TotalTime>
  <Words>369</Words>
  <Application>Microsoft Office PowerPoint</Application>
  <PresentationFormat>Widescreen</PresentationFormat>
  <Paragraphs>84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</vt:lpstr>
      <vt:lpstr>Gotham</vt:lpstr>
      <vt:lpstr>Gotham Book</vt:lpstr>
      <vt:lpstr>Office Theme</vt:lpstr>
      <vt:lpstr>EENG 385 Full Bridge Rectifier with Buck Converter</vt:lpstr>
      <vt:lpstr>Lab Objectives</vt:lpstr>
      <vt:lpstr>Power Conversion PCB</vt:lpstr>
      <vt:lpstr>Full Bridge Rectifier</vt:lpstr>
      <vt:lpstr>Full Bridge Rectifier</vt:lpstr>
      <vt:lpstr>Mains Step-down transformer</vt:lpstr>
      <vt:lpstr>Full Bridge Rectifier</vt:lpstr>
      <vt:lpstr>Buck Converter</vt:lpstr>
      <vt:lpstr>Buck Converter</vt:lpstr>
      <vt:lpstr>Buck Converter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 Coulston</cp:lastModifiedBy>
  <cp:revision>95</cp:revision>
  <dcterms:created xsi:type="dcterms:W3CDTF">2017-08-01T15:06:47Z</dcterms:created>
  <dcterms:modified xsi:type="dcterms:W3CDTF">2026-01-29T19:09:03Z</dcterms:modified>
  <cp:category/>
</cp:coreProperties>
</file>