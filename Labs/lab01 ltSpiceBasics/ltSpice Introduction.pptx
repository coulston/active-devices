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2" r:id="rId2"/>
    <p:sldId id="538" r:id="rId3"/>
    <p:sldId id="627" r:id="rId4"/>
    <p:sldId id="557" r:id="rId5"/>
    <p:sldId id="621" r:id="rId6"/>
    <p:sldId id="628" r:id="rId7"/>
    <p:sldId id="625" r:id="rId8"/>
    <p:sldId id="62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4D"/>
    <a:srgbClr val="263F6A"/>
    <a:srgbClr val="8B8D8E"/>
    <a:srgbClr val="CED5DD"/>
    <a:srgbClr val="B2B4B3"/>
    <a:srgbClr val="DD5F36"/>
    <a:srgbClr val="D2492A"/>
    <a:srgbClr val="92A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6062" autoAdjust="0"/>
  </p:normalViewPr>
  <p:slideViewPr>
    <p:cSldViewPr snapToGrid="0" snapToObjects="1">
      <p:cViewPr varScale="1">
        <p:scale>
          <a:sx n="64" d="100"/>
          <a:sy n="64" d="100"/>
        </p:scale>
        <p:origin x="102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68" d="100"/>
          <a:sy n="168" d="100"/>
        </p:scale>
        <p:origin x="3688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D5C9C-88A3-CA43-B162-DCC4E1E4BE7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FE5E8-0999-F94A-9937-3F8545B10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103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E4000-89B6-4F22-834E-B172C4AA57D1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C4D68-66B1-48D6-AAFD-4ABFAB720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2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Usually the &lt;title of the lab&gt; is what will be called the “System” through the rest of this 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11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45CC39-578B-4552-A24A-45E58858BC6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45CC39-578B-4552-A24A-45E58858BC6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68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47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16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BD7E1-B2A0-A75A-066D-76F3009DB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B47F0-1498-B13A-97A1-0254EB77A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AFB0F0-1236-1E53-4788-471AC3CF0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F845F-6A37-1EDD-FA5D-36B027CC0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33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41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01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8"/>
            <a:ext cx="10356915" cy="582576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F55106-BA85-A046-A450-43480962F8F7}"/>
              </a:ext>
            </a:extLst>
          </p:cNvPr>
          <p:cNvSpPr/>
          <p:nvPr userDrawn="1"/>
        </p:nvSpPr>
        <p:spPr>
          <a:xfrm>
            <a:off x="-34047" y="0"/>
            <a:ext cx="12260094" cy="6265544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20878" y="3287006"/>
            <a:ext cx="911199" cy="0"/>
          </a:xfrm>
          <a:prstGeom prst="line">
            <a:avLst/>
          </a:prstGeom>
          <a:ln w="28575">
            <a:solidFill>
              <a:srgbClr val="D249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08E7ABF0-DEE6-F34C-98A7-7FC5808DF58A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8B3FD82-CB41-C84B-B706-06F09C4B7CF1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Subhead, name or date goes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429AB2-51CA-D34A-933D-348196C30A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6"/>
            <a:ext cx="10356915" cy="582576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</p:spPr>
        <p:txBody>
          <a:bodyPr>
            <a:norm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5400" dirty="0">
                <a:solidFill>
                  <a:schemeClr val="bg1"/>
                </a:solidFill>
              </a:rPr>
              <a:t>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0832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9728" y="-9729"/>
            <a:ext cx="12201728" cy="626554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rgbClr val="92A2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subhead goes here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2BC71D-0003-024E-9F29-71C949747F4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715021-AF61-AF4F-9B48-1343FD8CB059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159368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-9728" y="6265545"/>
            <a:ext cx="1220172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C7278D-9F84-1645-9C4A-4B5FD9D68954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3633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29617-3EE6-934F-B272-92B6163ABCA3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977242-14B3-B24E-8B0C-44E4362EFCBD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91851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053E08-80AB-B043-979E-87B7A1E7EB2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B57081-B141-9B4E-9482-F401745054EE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187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0EA07-1225-FE4C-917E-74A024F5E428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F1F743-16CE-3043-9E24-77715B0645D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11590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838202" y="5746528"/>
            <a:ext cx="13016751" cy="779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21314D"/>
                </a:solidFill>
                <a:latin typeface="Gotham Medium" charset="0"/>
                <a:ea typeface="Gotham Medium" charset="0"/>
                <a:cs typeface="Gotham Medium" charset="0"/>
              </a:defRPr>
            </a:lvl1pPr>
          </a:lstStyle>
          <a:p>
            <a:r>
              <a:rPr lang="en-US" sz="4400" b="1" i="0" dirty="0">
                <a:latin typeface="Arial" panose="020B0604020202020204" pitchFamily="34" charset="0"/>
                <a:cs typeface="Arial" panose="020B0604020202020204" pitchFamily="34" charset="0"/>
              </a:rPr>
              <a:t>Headline Copy Goes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57703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9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10048" y="-10048"/>
            <a:ext cx="12202048" cy="6868048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552941"/>
            <a:ext cx="10356915" cy="5825765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46399" y="2531096"/>
            <a:ext cx="9144000" cy="1655762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“Quote goes here.”</a:t>
            </a:r>
          </a:p>
        </p:txBody>
      </p:sp>
    </p:spTree>
    <p:extLst>
      <p:ext uri="{BB962C8B-B14F-4D97-AF65-F5344CB8AC3E}">
        <p14:creationId xmlns:p14="http://schemas.microsoft.com/office/powerpoint/2010/main" val="224394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</p:spPr>
        <p:txBody>
          <a:bodyPr/>
          <a:lstStyle/>
          <a:p>
            <a:r>
              <a:rPr lang="en-US" dirty="0"/>
              <a:t>Headline Copy Goes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060253" y="3052261"/>
            <a:ext cx="4862404" cy="1975926"/>
          </a:xfrm>
        </p:spPr>
        <p:txBody>
          <a:bodyPr/>
          <a:lstStyle/>
          <a:p>
            <a:r>
              <a:rPr lang="en-US" dirty="0"/>
              <a:t>Click to add text</a:t>
            </a:r>
          </a:p>
          <a:p>
            <a:r>
              <a:rPr lang="en-US" dirty="0"/>
              <a:t>Click to add text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0"/>
          </p:nvPr>
        </p:nvSpPr>
        <p:spPr>
          <a:xfrm>
            <a:off x="0" y="3"/>
            <a:ext cx="6890995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53956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816478-27A8-5948-917C-6E6357F4BB0B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30F95D-C0F7-B448-B59E-D27295E0C7A5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8150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0048" y="-10049"/>
            <a:ext cx="5183189" cy="694341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0058" y="472281"/>
            <a:ext cx="3932237" cy="160020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 goes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9" y="2"/>
            <a:ext cx="7008812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0058" y="2072481"/>
            <a:ext cx="3932237" cy="3811588"/>
          </a:xfrm>
        </p:spPr>
        <p:txBody>
          <a:bodyPr>
            <a:normAutofit/>
          </a:bodyPr>
          <a:lstStyle>
            <a:lvl1pPr marL="457189" indent="-457189">
              <a:buFont typeface="Arial" charset="0"/>
              <a:buChar char="•"/>
              <a:defRPr sz="28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Supporting text goes here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1F5E0A-84A7-2F4C-A9C5-069A0CC392D2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85166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529638-9519-5646-BC6C-4C995584BC00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467B4F-5A8F-3845-8B30-98B83A0003A1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6763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6899B-D311-B446-8DBB-7D61E82846C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CB1FB3-2557-BB46-9386-C66D040E875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814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734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60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21314D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371" y="1661652"/>
            <a:ext cx="10803672" cy="1300983"/>
          </a:xfrm>
        </p:spPr>
        <p:txBody>
          <a:bodyPr>
            <a:normAutofit/>
          </a:bodyPr>
          <a:lstStyle/>
          <a:p>
            <a:r>
              <a:rPr lang="en-US" dirty="0"/>
              <a:t>EENG 385</a:t>
            </a:r>
            <a:br>
              <a:rPr lang="en-US" dirty="0"/>
            </a:br>
            <a:r>
              <a:rPr lang="en-US" dirty="0"/>
              <a:t>LTspice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A3EBE28-00C4-D8F3-CE0E-881CB759F2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8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Instructor Bio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1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Introduce yourself to the class.</a:t>
            </a:r>
          </a:p>
          <a:p>
            <a:r>
              <a:rPr lang="en-US" dirty="0"/>
              <a:t>Where is your hometown?</a:t>
            </a:r>
          </a:p>
          <a:p>
            <a:r>
              <a:rPr lang="en-US" dirty="0"/>
              <a:t>Family?</a:t>
            </a:r>
          </a:p>
          <a:p>
            <a:r>
              <a:rPr lang="en-US" dirty="0"/>
              <a:t>Pets?</a:t>
            </a:r>
          </a:p>
          <a:p>
            <a:r>
              <a:rPr lang="en-US" dirty="0"/>
              <a:t>What sorts of activities do you enjoy?</a:t>
            </a:r>
          </a:p>
          <a:p>
            <a:r>
              <a:rPr lang="en-US" sz="2800" dirty="0"/>
              <a:t>What sorts of unique life experiences would you like to share?</a:t>
            </a:r>
          </a:p>
          <a:p>
            <a:r>
              <a:rPr lang="en-US" dirty="0"/>
              <a:t>Pictures, pictures</a:t>
            </a:r>
            <a:r>
              <a:rPr lang="en-US"/>
              <a:t>, pictures.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6326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1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 Ltspice to assemble two schematics and generate waveforms for the signals in the schematic and measure characteristics of the waveforms using cursors.</a:t>
            </a:r>
          </a:p>
        </p:txBody>
      </p:sp>
    </p:spTree>
    <p:extLst>
      <p:ext uri="{BB962C8B-B14F-4D97-AF65-F5344CB8AC3E}">
        <p14:creationId xmlns:p14="http://schemas.microsoft.com/office/powerpoint/2010/main" val="80556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LTspice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dirty="0"/>
              <a:t>Very helpful for personal use</a:t>
            </a:r>
          </a:p>
          <a:p>
            <a:r>
              <a:rPr lang="en-US" dirty="0"/>
              <a:t>Straight forward</a:t>
            </a:r>
          </a:p>
          <a:p>
            <a:r>
              <a:rPr lang="en-US" dirty="0"/>
              <a:t>Customizing tips provided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779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schematic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665564" cy="38834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All labs will provide a schematic drawn in Ltspice</a:t>
            </a:r>
          </a:p>
          <a:p>
            <a:r>
              <a:rPr lang="en-US" dirty="0"/>
              <a:t>Wires are called “Nets”</a:t>
            </a:r>
          </a:p>
          <a:p>
            <a:r>
              <a:rPr lang="en-US" dirty="0"/>
              <a:t>Same net name creates connections</a:t>
            </a:r>
          </a:p>
          <a:p>
            <a:r>
              <a:rPr lang="en-US" dirty="0"/>
              <a:t>You can change</a:t>
            </a:r>
          </a:p>
          <a:p>
            <a:pPr lvl="1"/>
            <a:r>
              <a:rPr lang="en-US" dirty="0"/>
              <a:t>Location of components</a:t>
            </a:r>
          </a:p>
          <a:p>
            <a:pPr lvl="1"/>
            <a:r>
              <a:rPr lang="en-US" dirty="0"/>
              <a:t>Orientation of components</a:t>
            </a:r>
          </a:p>
          <a:p>
            <a:r>
              <a:rPr lang="en-US" dirty="0"/>
              <a:t>You should not change</a:t>
            </a:r>
          </a:p>
          <a:p>
            <a:pPr lvl="1"/>
            <a:r>
              <a:rPr lang="en-US" dirty="0"/>
              <a:t>Value of components</a:t>
            </a:r>
          </a:p>
          <a:p>
            <a:pPr lvl="1"/>
            <a:r>
              <a:rPr lang="en-US" dirty="0"/>
              <a:t>Connections of components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FFAC62-50DF-4579-B897-4BDB4B752E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803" y="3068266"/>
            <a:ext cx="5390414" cy="247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247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9276C-4938-1DE8-4ACB-2301234C9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24A2-3DE6-E2F3-DA5C-42F9A797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a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616B8-3C8A-8B86-31D5-B8AD61C9F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97356" cy="3883412"/>
          </a:xfrm>
        </p:spPr>
        <p:txBody>
          <a:bodyPr>
            <a:normAutofit/>
          </a:bodyPr>
          <a:lstStyle/>
          <a:p>
            <a:r>
              <a:rPr lang="en-US" dirty="0"/>
              <a:t>You are performing transient simulations</a:t>
            </a:r>
          </a:p>
          <a:p>
            <a:r>
              <a:rPr lang="en-US" dirty="0"/>
              <a:t>Add probes to schematic to add traces in waveform window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A7458C-2942-D89E-BAEB-C51636A3C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9997356" cy="224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090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7C872-6FB8-AC9A-BFE7-88E8422E8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97356" cy="3883412"/>
          </a:xfrm>
        </p:spPr>
        <p:txBody>
          <a:bodyPr>
            <a:normAutofit/>
          </a:bodyPr>
          <a:lstStyle/>
          <a:p>
            <a:r>
              <a:rPr lang="en-US" dirty="0"/>
              <a:t>Generating periodic signal generators</a:t>
            </a:r>
          </a:p>
          <a:p>
            <a:r>
              <a:rPr lang="en-US" dirty="0"/>
              <a:t>Measuring waveform characteristics using cursors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611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66493"/>
          </a:xfrm>
        </p:spPr>
        <p:txBody>
          <a:bodyPr>
            <a:normAutofit/>
          </a:bodyPr>
          <a:lstStyle/>
          <a:p>
            <a:r>
              <a:rPr lang="en-US" dirty="0"/>
              <a:t>Answer </a:t>
            </a:r>
            <a:r>
              <a:rPr lang="en-US"/>
              <a:t>listed questions at end of lab</a:t>
            </a:r>
            <a:endParaRPr lang="en-US" dirty="0"/>
          </a:p>
          <a:p>
            <a:r>
              <a:rPr lang="en-US" dirty="0"/>
              <a:t>Save solutions as PDF</a:t>
            </a:r>
          </a:p>
          <a:p>
            <a:r>
              <a:rPr lang="en-US" dirty="0"/>
              <a:t>Due before start of lab next week</a:t>
            </a:r>
          </a:p>
          <a:p>
            <a:r>
              <a:rPr lang="en-US" dirty="0"/>
              <a:t>This is an individual lab</a:t>
            </a:r>
          </a:p>
        </p:txBody>
      </p:sp>
    </p:spTree>
    <p:extLst>
      <p:ext uri="{BB962C8B-B14F-4D97-AF65-F5344CB8AC3E}">
        <p14:creationId xmlns:p14="http://schemas.microsoft.com/office/powerpoint/2010/main" val="2056840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3378</TotalTime>
  <Words>239</Words>
  <Application>Microsoft Office PowerPoint</Application>
  <PresentationFormat>Widescreen</PresentationFormat>
  <Paragraphs>48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Gotham</vt:lpstr>
      <vt:lpstr>Gotham Book</vt:lpstr>
      <vt:lpstr>Office Theme</vt:lpstr>
      <vt:lpstr>EENG 385 LTspice</vt:lpstr>
      <vt:lpstr>Lab Instructor Bio</vt:lpstr>
      <vt:lpstr>Lab Objectives</vt:lpstr>
      <vt:lpstr>Installing LTspice</vt:lpstr>
      <vt:lpstr>Building a schematic</vt:lpstr>
      <vt:lpstr>Running a simulation</vt:lpstr>
      <vt:lpstr>Extras</vt:lpstr>
      <vt:lpstr>Turn In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Christopher Coulston</cp:lastModifiedBy>
  <cp:revision>109</cp:revision>
  <dcterms:created xsi:type="dcterms:W3CDTF">2017-08-01T15:06:47Z</dcterms:created>
  <dcterms:modified xsi:type="dcterms:W3CDTF">2026-07-13T22:29:07Z</dcterms:modified>
  <cp:category/>
</cp:coreProperties>
</file>