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62" r:id="rId2"/>
    <p:sldId id="538" r:id="rId3"/>
    <p:sldId id="557" r:id="rId4"/>
    <p:sldId id="621" r:id="rId5"/>
    <p:sldId id="622" r:id="rId6"/>
    <p:sldId id="623" r:id="rId7"/>
    <p:sldId id="62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314D"/>
    <a:srgbClr val="263F6A"/>
    <a:srgbClr val="8B8D8E"/>
    <a:srgbClr val="CED5DD"/>
    <a:srgbClr val="B2B4B3"/>
    <a:srgbClr val="DD5F36"/>
    <a:srgbClr val="D2492A"/>
    <a:srgbClr val="92A2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52" autoAdjust="0"/>
    <p:restoredTop sz="75177" autoAdjust="0"/>
  </p:normalViewPr>
  <p:slideViewPr>
    <p:cSldViewPr snapToGrid="0" snapToObjects="1">
      <p:cViewPr varScale="1">
        <p:scale>
          <a:sx n="88" d="100"/>
          <a:sy n="88" d="100"/>
        </p:scale>
        <p:origin x="17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68" d="100"/>
          <a:sy n="168" d="100"/>
        </p:scale>
        <p:origin x="3688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C9C-88A3-CA43-B162-DCC4E1E4BE7D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5FE5E8-0999-F94A-9937-3F8545B104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9103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5E4000-89B6-4F22-834E-B172C4AA57D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0C4D68-66B1-48D6-AAFD-4ABFAB720F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20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Usually the &lt;title of the lab&gt; is what will be called the “System” through the rest of this document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116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D45CC39-578B-4552-A24A-45E58858BC64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477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M86X55004 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716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85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&lt;System&gt; with the name of the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3111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0C4D68-66B1-48D6-AAFD-4ABFAB720F6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580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8"/>
            <a:ext cx="10356915" cy="582576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DF55106-BA85-A046-A450-43480962F8F7}"/>
              </a:ext>
            </a:extLst>
          </p:cNvPr>
          <p:cNvSpPr/>
          <p:nvPr userDrawn="1"/>
        </p:nvSpPr>
        <p:spPr>
          <a:xfrm>
            <a:off x="-34047" y="0"/>
            <a:ext cx="12260094" cy="6265544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20878" y="3287006"/>
            <a:ext cx="911199" cy="0"/>
          </a:xfrm>
          <a:prstGeom prst="line">
            <a:avLst/>
          </a:prstGeom>
          <a:ln w="28575">
            <a:solidFill>
              <a:srgbClr val="D2492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08E7ABF0-DEE6-F34C-98A7-7FC5808DF58A}"/>
              </a:ext>
            </a:extLst>
          </p:cNvPr>
          <p:cNvPicPr/>
          <p:nvPr userDrawn="1"/>
        </p:nvPicPr>
        <p:blipFill>
          <a:blip r:embed="rId3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8B3FD82-CB41-C84B-B706-06F09C4B7CF1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sp>
        <p:nvSpPr>
          <p:cNvPr id="13" name="Subtitle 2"/>
          <p:cNvSpPr>
            <a:spLocks noGrp="1"/>
          </p:cNvSpPr>
          <p:nvPr>
            <p:ph type="subTitle" idx="1"/>
          </p:nvPr>
        </p:nvSpPr>
        <p:spPr>
          <a:xfrm>
            <a:off x="395371" y="3737295"/>
            <a:ext cx="9144000" cy="1655762"/>
          </a:xfrm>
        </p:spPr>
        <p:txBody>
          <a:bodyPr/>
          <a:lstStyle>
            <a:lvl1pPr marL="0" indent="0">
              <a:buNone/>
              <a:defRPr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Subhead, name or date goes 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3429AB2-51CA-D34A-933D-348196C30A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170976"/>
            <a:ext cx="10356915" cy="5825765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/>
          </p:nvPr>
        </p:nvSpPr>
        <p:spPr>
          <a:xfrm>
            <a:off x="395371" y="2243579"/>
            <a:ext cx="10803672" cy="719056"/>
          </a:xfrm>
        </p:spPr>
        <p:txBody>
          <a:bodyPr>
            <a:normAutofit/>
          </a:bodyPr>
          <a:lstStyle>
            <a:lvl1pPr>
              <a:defRPr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sz="5400" dirty="0">
                <a:solidFill>
                  <a:schemeClr val="bg1"/>
                </a:solidFill>
              </a:rPr>
              <a:t>Presentation 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608327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9728" y="-9729"/>
            <a:ext cx="12201728" cy="626554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709740"/>
            <a:ext cx="10515600" cy="2852737"/>
          </a:xfrm>
        </p:spPr>
        <p:txBody>
          <a:bodyPr anchor="b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header goes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rgbClr val="92A2BD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subhead goes here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2BC71D-0003-024E-9F29-71C949747F4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0" y="6373243"/>
            <a:ext cx="3200400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5715021-AF61-AF4F-9B48-1343FD8CB059}"/>
              </a:ext>
            </a:extLst>
          </p:cNvPr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159368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9728" y="6265545"/>
            <a:ext cx="1220172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3C7278D-9F84-1645-9C4A-4B5FD9D68954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36334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29617-3EE6-934F-B272-92B6163ABCA3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A977242-14B3-B24E-8B0C-44E4362EFCBD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691851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7053E08-80AB-B043-979E-87B7A1E7EB2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B57081-B141-9B4E-9482-F401745054EE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879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0EA07-1225-FE4C-917E-74A024F5E428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3F1F743-16CE-3043-9E24-77715B0645DA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11590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2"/>
          <p:cNvSpPr txBox="1">
            <a:spLocks/>
          </p:cNvSpPr>
          <p:nvPr userDrawn="1"/>
        </p:nvSpPr>
        <p:spPr>
          <a:xfrm>
            <a:off x="838202" y="5746528"/>
            <a:ext cx="13016751" cy="779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>
                <a:solidFill>
                  <a:srgbClr val="21314D"/>
                </a:solidFill>
                <a:latin typeface="Gotham Medium" charset="0"/>
                <a:ea typeface="Gotham Medium" charset="0"/>
                <a:cs typeface="Gotham Medium" charset="0"/>
              </a:defRPr>
            </a:lvl1pPr>
          </a:lstStyle>
          <a:p>
            <a:r>
              <a:rPr lang="en-US" sz="4400" b="1" i="0" dirty="0">
                <a:latin typeface="Arial" panose="020B0604020202020204" pitchFamily="34" charset="0"/>
                <a:cs typeface="Arial" panose="020B0604020202020204" pitchFamily="34" charset="0"/>
              </a:rPr>
              <a:t>Headline Copy Goes Here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"/>
          </p:nvPr>
        </p:nvSpPr>
        <p:spPr>
          <a:xfrm>
            <a:off x="0" y="1"/>
            <a:ext cx="12192000" cy="557703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9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-10048" y="-10048"/>
            <a:ext cx="12202048" cy="6868048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 cstate="screen">
            <a:alphaModFix amt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35085" y="552941"/>
            <a:ext cx="10356915" cy="5825765"/>
          </a:xfrm>
          <a:prstGeom prst="rect">
            <a:avLst/>
          </a:prstGeom>
        </p:spPr>
      </p:pic>
      <p:sp>
        <p:nvSpPr>
          <p:cNvPr id="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046399" y="2531096"/>
            <a:ext cx="9144000" cy="1655762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r>
              <a:rPr lang="en-US" dirty="0">
                <a:solidFill>
                  <a:schemeClr val="bg1"/>
                </a:solidFill>
              </a:rPr>
              <a:t>“Quote goes here.”</a:t>
            </a:r>
          </a:p>
        </p:txBody>
      </p:sp>
    </p:spTree>
    <p:extLst>
      <p:ext uri="{BB962C8B-B14F-4D97-AF65-F5344CB8AC3E}">
        <p14:creationId xmlns:p14="http://schemas.microsoft.com/office/powerpoint/2010/main" val="224394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7060252" y="982464"/>
            <a:ext cx="4862405" cy="1794085"/>
          </a:xfrm>
        </p:spPr>
        <p:txBody>
          <a:bodyPr/>
          <a:lstStyle/>
          <a:p>
            <a:r>
              <a:rPr lang="en-US" dirty="0"/>
              <a:t>Headline Copy Goes Here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7060253" y="3052261"/>
            <a:ext cx="4862404" cy="1975926"/>
          </a:xfrm>
        </p:spPr>
        <p:txBody>
          <a:bodyPr/>
          <a:lstStyle/>
          <a:p>
            <a:r>
              <a:rPr lang="en-US" dirty="0"/>
              <a:t>Click to add text</a:t>
            </a:r>
          </a:p>
          <a:p>
            <a:r>
              <a:rPr lang="en-US" dirty="0"/>
              <a:t>Click to add text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0"/>
          </p:nvPr>
        </p:nvSpPr>
        <p:spPr>
          <a:xfrm>
            <a:off x="0" y="3"/>
            <a:ext cx="6890995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8" name="TextBox 7"/>
          <p:cNvSpPr txBox="1"/>
          <p:nvPr userDrawn="1"/>
        </p:nvSpPr>
        <p:spPr>
          <a:xfrm>
            <a:off x="7478040" y="6407925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rgbClr val="21314D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</p:spTree>
    <p:extLst>
      <p:ext uri="{BB962C8B-B14F-4D97-AF65-F5344CB8AC3E}">
        <p14:creationId xmlns:p14="http://schemas.microsoft.com/office/powerpoint/2010/main" val="539565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-9728" y="6265545"/>
            <a:ext cx="12201728" cy="592455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816478-27A8-5948-917C-6E6357F4BB0B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530F95D-C0F7-B448-B59E-D27295E0C7A5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815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-10048" y="-10049"/>
            <a:ext cx="5183189" cy="6943412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0058" y="472281"/>
            <a:ext cx="3932237" cy="1600200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 goes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9" y="2"/>
            <a:ext cx="7008812" cy="6857999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0058" y="2072481"/>
            <a:ext cx="3932237" cy="3811588"/>
          </a:xfrm>
        </p:spPr>
        <p:txBody>
          <a:bodyPr>
            <a:normAutofit/>
          </a:bodyPr>
          <a:lstStyle>
            <a:lvl1pPr marL="457189" indent="-457189">
              <a:buFont typeface="Arial" charset="0"/>
              <a:buChar char="•"/>
              <a:defRPr sz="2800">
                <a:solidFill>
                  <a:schemeClr val="bg1"/>
                </a:solidFill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 dirty="0"/>
              <a:t>Supporting text goes here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1F5E0A-84A7-2F4C-A9C5-069A0CC392D2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8851661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529638-9519-5646-BC6C-4C995584BC00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2467B4F-5A8F-3845-8B30-98B83A0003A1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6763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>
            <a:lvl1pPr>
              <a:defRPr>
                <a:solidFill>
                  <a:srgbClr val="21314D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8923E60E-3077-9A4D-B784-FBCD6B1A2E3F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FAA3E255-DCE9-1E4B-905B-DD6A887BD48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-10048" y="6265545"/>
            <a:ext cx="12202048" cy="601701"/>
          </a:xfrm>
          <a:prstGeom prst="rect">
            <a:avLst/>
          </a:prstGeom>
          <a:solidFill>
            <a:srgbClr val="21314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06899B-D311-B446-8DBB-7D61E82846C1}"/>
              </a:ext>
            </a:extLst>
          </p:cNvPr>
          <p:cNvSpPr txBox="1"/>
          <p:nvPr userDrawn="1"/>
        </p:nvSpPr>
        <p:spPr>
          <a:xfrm>
            <a:off x="7478040" y="6398498"/>
            <a:ext cx="4489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0" dirty="0">
                <a:solidFill>
                  <a:schemeClr val="bg1"/>
                </a:solidFill>
                <a:latin typeface="Gotham" charset="0"/>
                <a:ea typeface="Gotham" charset="0"/>
                <a:cs typeface="Gotham" charset="0"/>
              </a:rPr>
              <a:t>MINES</a:t>
            </a:r>
            <a:r>
              <a:rPr lang="en-US" sz="1800" b="1" i="0" dirty="0">
                <a:solidFill>
                  <a:srgbClr val="D2492A"/>
                </a:solidFill>
                <a:latin typeface="Gotham" charset="0"/>
                <a:ea typeface="Gotham" charset="0"/>
                <a:cs typeface="Gotham" charset="0"/>
              </a:rPr>
              <a:t>.</a:t>
            </a:r>
            <a:r>
              <a:rPr lang="en-US" sz="1800" b="0" i="0" dirty="0">
                <a:solidFill>
                  <a:srgbClr val="92A2BD"/>
                </a:solidFill>
                <a:latin typeface="Gotham Book" charset="0"/>
                <a:ea typeface="Gotham Book" charset="0"/>
                <a:cs typeface="Gotham Book" charset="0"/>
              </a:rPr>
              <a:t>EDU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4CB1FB3-2557-BB46-9386-C66D040E875F}"/>
              </a:ext>
            </a:extLst>
          </p:cNvPr>
          <p:cNvPicPr/>
          <p:nvPr userDrawn="1"/>
        </p:nvPicPr>
        <p:blipFill>
          <a:blip r:embed="rId2"/>
          <a:stretch>
            <a:fillRect/>
          </a:stretch>
        </p:blipFill>
        <p:spPr bwMode="auto">
          <a:xfrm>
            <a:off x="381003" y="6381481"/>
            <a:ext cx="3200395" cy="36431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814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5734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61" r:id="rId8"/>
    <p:sldLayoutId id="2147483660" r:id="rId9"/>
    <p:sldLayoutId id="2147483656" r:id="rId10"/>
    <p:sldLayoutId id="2147483657" r:id="rId11"/>
    <p:sldLayoutId id="2147483658" r:id="rId12"/>
    <p:sldLayoutId id="2147483659" r:id="rId13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21314D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371" y="1661652"/>
            <a:ext cx="10803672" cy="1300983"/>
          </a:xfrm>
        </p:spPr>
        <p:txBody>
          <a:bodyPr>
            <a:normAutofit/>
          </a:bodyPr>
          <a:lstStyle/>
          <a:p>
            <a:r>
              <a:rPr lang="en-US" dirty="0"/>
              <a:t>EENG 385</a:t>
            </a:r>
            <a:br>
              <a:rPr lang="en-US" dirty="0"/>
            </a:br>
            <a:r>
              <a:rPr lang="en-US" dirty="0"/>
              <a:t>Pseudo Ramp Generator</a:t>
            </a:r>
          </a:p>
        </p:txBody>
      </p:sp>
    </p:spTree>
    <p:extLst>
      <p:ext uri="{BB962C8B-B14F-4D97-AF65-F5344CB8AC3E}">
        <p14:creationId xmlns:p14="http://schemas.microsoft.com/office/powerpoint/2010/main" val="2018888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120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/>
              <a:t>Analyze, assemble and test a circuit which generates </a:t>
            </a:r>
            <a:r>
              <a:rPr lang="en-US" dirty="0"/>
              <a:t>a waveform that closely resembles a ramp waveform</a:t>
            </a:r>
            <a:r>
              <a:rPr lang="en-US" sz="2800" dirty="0"/>
              <a:t>.</a:t>
            </a:r>
          </a:p>
          <a:p>
            <a:pPr marL="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26326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Analyze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0.1uF capacitor C3 charges towards VCC = 9V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 for 888us then reset by 555 Timer</a:t>
            </a:r>
          </a:p>
          <a:p>
            <a:pPr lvl="1"/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charging is close to a straight line</a:t>
            </a:r>
          </a:p>
          <a:p>
            <a:pPr marL="0" indent="0" eaLnBrk="1" hangingPunct="1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D355DB-1901-EF3B-8B68-82E28A0C91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418" y="1825625"/>
            <a:ext cx="3433582" cy="318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77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Build in </a:t>
            </a:r>
            <a:r>
              <a:rPr lang="en-US" dirty="0" err="1"/>
              <a:t>LTspice</a:t>
            </a:r>
            <a:endParaRPr lang="en-US" dirty="0"/>
          </a:p>
          <a:p>
            <a:pPr lvl="1"/>
            <a:r>
              <a:rPr lang="en-US" dirty="0"/>
              <a:t>Charge on capacitor is cleared by MOSFET</a:t>
            </a:r>
          </a:p>
          <a:p>
            <a:pPr lvl="1"/>
            <a:r>
              <a:rPr lang="en-US" dirty="0"/>
              <a:t>Do not include Schmitt Trigger Oscillator in simulation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F09988-B3A4-6252-4798-C7A981C84E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88" y="3069771"/>
            <a:ext cx="4560598" cy="287473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44247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Assemble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/>
              <a:t>Assemble</a:t>
            </a:r>
          </a:p>
          <a:p>
            <a:pPr lvl="1"/>
            <a:r>
              <a:rPr lang="en-US"/>
              <a:t>2N7000 clears charge off cap</a:t>
            </a:r>
          </a:p>
          <a:p>
            <a:endParaRPr lang="en-US"/>
          </a:p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795" y="805346"/>
            <a:ext cx="6305471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46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97304"/>
          </a:xfrm>
        </p:spPr>
        <p:txBody>
          <a:bodyPr>
            <a:normAutofit/>
          </a:bodyPr>
          <a:lstStyle/>
          <a:p>
            <a:r>
              <a:rPr lang="en-US" dirty="0"/>
              <a:t>Probe 555TIMER (blue) and RAMP (yellow)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464237-40CF-84C7-A093-F81585DAA8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5580" y="2541795"/>
            <a:ext cx="4102100" cy="33303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2704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 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of analysis, simulation and assemble</a:t>
            </a:r>
          </a:p>
          <a:p>
            <a:r>
              <a:rPr lang="en-US" dirty="0"/>
              <a:t>Answer listed questions</a:t>
            </a:r>
          </a:p>
          <a:p>
            <a:r>
              <a:rPr lang="en-US" dirty="0"/>
              <a:t>Save solutions as PDF</a:t>
            </a:r>
          </a:p>
          <a:p>
            <a:r>
              <a:rPr lang="en-US" dirty="0"/>
              <a:t>Due before start of class next week</a:t>
            </a:r>
          </a:p>
          <a:p>
            <a:r>
              <a:rPr lang="en-US" dirty="0"/>
              <a:t>Every student builds their own board</a:t>
            </a:r>
          </a:p>
          <a:p>
            <a:r>
              <a:rPr lang="en-US" dirty="0"/>
              <a:t>Everyone brings their board to class</a:t>
            </a:r>
          </a:p>
        </p:txBody>
      </p:sp>
    </p:spTree>
    <p:extLst>
      <p:ext uri="{BB962C8B-B14F-4D97-AF65-F5344CB8AC3E}">
        <p14:creationId xmlns:p14="http://schemas.microsoft.com/office/powerpoint/2010/main" val="257127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3433</TotalTime>
  <Words>182</Words>
  <Application>Microsoft Office PowerPoint</Application>
  <PresentationFormat>Widescreen</PresentationFormat>
  <Paragraphs>35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Gotham</vt:lpstr>
      <vt:lpstr>Gotham Book</vt:lpstr>
      <vt:lpstr>Segoe UI</vt:lpstr>
      <vt:lpstr>Times New Roman</vt:lpstr>
      <vt:lpstr>Office Theme</vt:lpstr>
      <vt:lpstr>EENG 385 Pseudo Ramp Generator</vt:lpstr>
      <vt:lpstr>Lab Objectives</vt:lpstr>
      <vt:lpstr>Analyze</vt:lpstr>
      <vt:lpstr>Simulate</vt:lpstr>
      <vt:lpstr>Assemble</vt:lpstr>
      <vt:lpstr>Test</vt:lpstr>
      <vt:lpstr>Turn In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Microsoft Office User</dc:creator>
  <cp:keywords/>
  <dc:description/>
  <cp:lastModifiedBy>Christopher Coulston</cp:lastModifiedBy>
  <cp:revision>97</cp:revision>
  <dcterms:created xsi:type="dcterms:W3CDTF">2017-08-01T15:06:47Z</dcterms:created>
  <dcterms:modified xsi:type="dcterms:W3CDTF">2026-09-19T20:46:21Z</dcterms:modified>
  <cp:category/>
</cp:coreProperties>
</file>